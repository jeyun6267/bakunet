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5" r:id="rId2"/>
    <p:sldId id="387" r:id="rId3"/>
    <p:sldId id="413" r:id="rId4"/>
    <p:sldId id="414" r:id="rId5"/>
    <p:sldId id="415" r:id="rId6"/>
    <p:sldId id="416" r:id="rId7"/>
    <p:sldId id="41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17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847 199 1400 0 0,'-28'-14'3663'0'0,"-55"-17"0"0"0,61 25-3141 0 0,0 0 1 0 0,0 2-1 0 0,-28-2 0 0 0,34 5-569 0 0,0 1 0 0 0,0 0 0 0 0,0 1 0 0 0,0 1 0 0 0,0 1 1 0 0,0 0-1 0 0,1 1 0 0 0,-1 0 0 0 0,1 1 0 0 0,0 1 0 0 0,0 1 0 0 0,-24 14 0 0 0,12-2 90 0 0,0 0 1 0 0,2 1-1 0 0,0 2 1 0 0,1 0-1 0 0,2 2 1 0 0,0 0-1 0 0,1 2 1 0 0,2 0-1 0 0,-17 31 0 0 0,15-18 11 0 0,1 1 0 0 0,3 0 0 0 0,1 1-1 0 0,3 1 1 0 0,1 1 0 0 0,-8 53 0 0 0,9-29-121 0 0,-4 108 0 0 0,15-148 34 0 0,1 0 0 0 0,1 1 0 0 0,1-1 0 0 0,1 0 0 0 0,2 0 1 0 0,16 47-1 0 0,-13-53-8 0 0,1-1 0 0 0,1-1 1 0 0,1 0-1 0 0,1 0 1 0 0,1-2-1 0 0,0 1 1 0 0,1-2-1 0 0,1 0 0 0 0,33 26 1 0 0,-15-17 62 0 0,1-1 0 0 0,1-2 0 0 0,1-2 0 0 0,53 22 0 0 0,-64-32-5 0 0,0-1 1 0 0,1-2 0 0 0,0 0-1 0 0,1-2 1 0 0,-1-1 0 0 0,1-1 0 0 0,0-1-1 0 0,0-2 1 0 0,0-1 0 0 0,-1-1 0 0 0,1-1-1 0 0,0-1 1 0 0,-1-2 0 0 0,0-1 0 0 0,0-1-1 0 0,-1-1 1 0 0,0-1 0 0 0,0-1-1 0 0,-1-2 1 0 0,-1 0 0 0 0,0-2 0 0 0,-1-1-1 0 0,-1 0 1 0 0,0-2 0 0 0,-1 0 0 0 0,25-30-1 0 0,-14 12 110 0 0,-2-1-1 0 0,-1-2 1 0 0,-3 0-1 0 0,-1-2 1 0 0,-1-1-1 0 0,-3-1 1 0 0,-1 0-1 0 0,-3-2 1 0 0,-1 0-1 0 0,-3-1 1 0 0,12-66-1 0 0,-22 82-35 0 0,0 0 1 0 0,-2 0-1 0 0,-1 0 1 0 0,-2 0-1 0 0,-1-1 1 0 0,-1 1-1 0 0,-2 1 1 0 0,0-1-1 0 0,-2 1 1 0 0,-2 0-1 0 0,0 1 1 0 0,-25-45-1 0 0,19 44 194 0 0,-1 0 0 0 0,-2 2-1 0 0,-1 0 1 0 0,-1 1 0 0 0,-2 2-1 0 0,0 0 1 0 0,-1 1-1 0 0,-1 1 1 0 0,-2 2 0 0 0,0 0-1 0 0,-39-20 1 0 0,28 21-180 0 0,0 1 0 0 0,-69-21-1 0 0,55 25-1488 0 0,-1 2-1 0 0,0 3 1 0 0,-87-5-1 0 0,71 12-569 0 0,1 4 0 0 0,0 3 0 0 0,1 2-1 0 0,-1 3 1 0 0,-90 27 0 0 0,124-26 1954 0 0,3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18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17 820 1120 0 0,'-1'-1'260'0'0,"0"1"1"0"0,0 0-1 0 0,0-1 0 0 0,0 1 0 0 0,0 0 0 0 0,0-1 1 0 0,1 1-1 0 0,-1-1 0 0 0,0 1 0 0 0,0-1 1 0 0,1 1-1 0 0,-1-1 0 0 0,0 0 0 0 0,1 1 0 0 0,-1-1 1 0 0,0 0-1 0 0,1 0 0 0 0,-1 1 0 0 0,1-1 0 0 0,0 0 1 0 0,-1 0-1 0 0,0-2 0 0 0,14-13 193 0 0,-3 7-464 0 0,38-41 352 0 0,50-67-1 0 0,-65 76 139 0 0,3 1 0 0 0,1 3 0 0 0,73-60 0 0 0,141-77-577 0 0,-185 132-77 0 0,-22 11 165 0 0,2 2 1 0 0,1 3-1 0 0,1 1 1 0 0,59-21-1 0 0,-89 41 49 0 0,24-8-81 0 0,-34 10 304 0 0,-22 4 405 0 0,-107 12-217 0 0,-13 2-267 0 0,104-7-349 0 0,28-7-19 0 0,4-1 11 0 0,16-4 3 0 0,5-3 100 0 0,83-18-80 0 0,-95 23 142 0 0,1 1 0 0 0,-1 0 0 0 0,1 0 0 0 0,-1 1 0 0 0,1 1 0 0 0,-1 0 0 0 0,13 2 0 0 0,-22-2 25 0 0,0 0 1 0 0,1-1-1 0 0,-1 1 1 0 0,0 0 0 0 0,1 0-1 0 0,-1 1 1 0 0,0-1 0 0 0,0 0-1 0 0,0 1 1 0 0,0-1 0 0 0,0 1-1 0 0,0 0 1 0 0,-1 0 0 0 0,1-1-1 0 0,0 1 1 0 0,-1 0 0 0 0,0 1-1 0 0,1-1 1 0 0,0 2-1 0 0,0 1-157 0 0,0 0-1 0 0,-1 1 0 0 0,1-1 0 0 0,-1 0 0 0 0,0 0 0 0 0,-1 0 0 0 0,1 1 0 0 0,-2 8 0 0 0,0 2-1215 0 0,-1 0 0 0 0,-1 0 1 0 0,0 0-1 0 0,-12 30 0 0 0,1-16-1298 0 0,10-25 2655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19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2 8 0 0,'-1'-1'106'0'0,"-1"1"1"0"0,0 0-1 0 0,0-1 1 0 0,1 1-1 0 0,-1 0 1 0 0,0 0-1 0 0,1 1 0 0 0,-1-1 1 0 0,0 0-1 0 0,0 0 1 0 0,1 1-1 0 0,-1-1 1 0 0,0 1-1 0 0,1 0 0 0 0,-1-1 1 0 0,1 1-1 0 0,-1 0 1 0 0,1 0-1 0 0,-1 0 0 0 0,-1 1 1 0 0,-28 23 1285 0 0,30-24-1365 0 0,-3 3 33 0 0,0-1-1 0 0,0 1 0 0 0,1 1 1 0 0,-1-1-1 0 0,1 0 0 0 0,0 1 1 0 0,0 0-1 0 0,1 0 1 0 0,-1 0-1 0 0,1 0 0 0 0,0 0 1 0 0,0 0-1 0 0,1 0 1 0 0,0 1-1 0 0,0-1 0 0 0,0 0 1 0 0,0 1-1 0 0,1-1 0 0 0,0 1 1 0 0,0-1-1 0 0,1 1 1 0 0,-1-1-1 0 0,3 11 0 0 0,-1-12-65 0 0,0 1 0 0 0,0-1 0 0 0,0 1 0 0 0,0-1 0 0 0,0 1 0 0 0,1-1 0 0 0,0 0 0 0 0,0 0-1 0 0,0-1 1 0 0,0 1 0 0 0,1-1 0 0 0,-1 1 0 0 0,1-1 0 0 0,0 0 0 0 0,0 0 0 0 0,0-1 0 0 0,1 1-1 0 0,-1-1 1 0 0,0 0 0 0 0,1 0 0 0 0,-1 0 0 0 0,1-1 0 0 0,0 0 0 0 0,0 0 0 0 0,0 0 0 0 0,8 0-1 0 0,-7 0 111 0 0,0-1-1 0 0,0 0 1 0 0,0 0-1 0 0,0-1 1 0 0,0 1-1 0 0,0-1 0 0 0,0-1 1 0 0,-1 1-1 0 0,1-1 1 0 0,0 0-1 0 0,-1 0 0 0 0,1-1 1 0 0,-1 0-1 0 0,0 0 1 0 0,0 0-1 0 0,6-4 1 0 0,-9 4-21 0 0,1 0 1 0 0,-1 0 0 0 0,1 0 0 0 0,-1 0 0 0 0,0 0 0 0 0,0 0 0 0 0,0 0-1 0 0,-1-1 1 0 0,1 1 0 0 0,-1-1 0 0 0,0 1 0 0 0,0-1 0 0 0,0 0 0 0 0,0 1-1 0 0,0-1 1 0 0,-1 0 0 0 0,0 0 0 0 0,0 1 0 0 0,0-1 0 0 0,0 0-1 0 0,-1 0 1 0 0,1 1 0 0 0,-1-1 0 0 0,0 0 0 0 0,0 1 0 0 0,-3-7 0 0 0,1 3-37 0 0,0 0 1 0 0,-1 0-1 0 0,0 1 1 0 0,0-1-1 0 0,-1 1 0 0 0,1 0 1 0 0,-1 0-1 0 0,-7-6 1 0 0,10 9-38 0 0,-1 1 0 0 0,-1-1 1 0 0,1 0-1 0 0,0 1 0 0 0,-1-1 0 0 0,1 1 1 0 0,-1 0-1 0 0,1 1 0 0 0,-1-1 0 0 0,0 0 1 0 0,0 1-1 0 0,0 0 0 0 0,0 0 0 0 0,0 0 1 0 0,0 0-1 0 0,-7 1 0 0 0,10 0-164 0 0,-1 0 0 0 0,1 0 0 0 0,-1 1 0 0 0,1-1-1 0 0,-1 1 1 0 0,1 0 0 0 0,0-1 0 0 0,-1 1 0 0 0,1 0 0 0 0,0 0 0 0 0,0 0-1 0 0,-1 0 1 0 0,1 0 0 0 0,0 0 0 0 0,0 0 0 0 0,0 0 0 0 0,0 0 0 0 0,0 0 0 0 0,1 1-1 0 0,-1-1 1 0 0,0 0 0 0 0,1 0 0 0 0,-1 1 0 0 0,0-1 0 0 0,0 4 0 0 0,0 0-764 0 0,-1 1 0 0 0,1 0 0 0 0,0 0 1 0 0,1 0-1 0 0,-1 7 0 0 0,1-6 894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0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0 8 0 0,'-1'1'85'0'0,"0"-1"0"0"0,0 1 0 0 0,0-1 0 0 0,1 1 1 0 0,-1-1-1 0 0,0 1 0 0 0,0-1 0 0 0,1 1 0 0 0,-1 0 0 0 0,0-1 0 0 0,1 1 0 0 0,-1 0 0 0 0,1-1 0 0 0,-1 1 1 0 0,1 0-1 0 0,-1 0 0 0 0,1 0 0 0 0,0-1 0 0 0,-1 1 0 0 0,1 0 0 0 0,0 0 0 0 0,0 0 0 0 0,-1 1 0 0 0,-5 29-271 0 0,4-22 340 0 0,-1 2-193 0 0,0 4 320 0 0,-1 0 0 0 0,-11 26 0 0 0,15-39-175 0 0,-1 0 0 0 0,0 0 0 0 0,1 0 0 0 0,-1-1 0 0 0,0 1 0 0 0,0 0-1 0 0,0 0 1 0 0,-1 0 0 0 0,1-1 0 0 0,0 1 0 0 0,-1-1 0 0 0,1 1 0 0 0,-1-1 0 0 0,0 1 0 0 0,1-1 0 0 0,-1 0-1 0 0,0 0 1 0 0,0 0 0 0 0,1 0 0 0 0,-1 0 0 0 0,0 0 0 0 0,0 0 0 0 0,0-1 0 0 0,0 1 0 0 0,0-1 0 0 0,-1 0-1 0 0,1 1 1 0 0,-3-1 0 0 0,4 0-104 0 0,1 0-1 0 0,0 0 1 0 0,-1 0-1 0 0,1 0 1 0 0,-1 0-1 0 0,1 0 1 0 0,-1 0-1 0 0,1 0 1 0 0,0 0-1 0 0,-1 0 1 0 0,1 0-1 0 0,-1 0 1 0 0,1 0-1 0 0,-1 0 0 0 0,1 0 1 0 0,0-1-1 0 0,-1 1 1 0 0,1 0-1 0 0,-1 0 1 0 0,1 0-1 0 0,0-1 1 0 0,-1 1-1 0 0,1 0 1 0 0,0-1-1 0 0,-1 1 1 0 0,1 0-1 0 0,0-1 1 0 0,0 1-1 0 0,-1 0 1 0 0,1-1-1 0 0,0 1 1 0 0,0 0-1 0 0,-1-2 1 0 0,15-5 148 0 0,33-5 440 0 0,-44 11-475 0 0,25-3-14 0 0,0 0 1 0 0,0 2-1 0 0,0 1 1 0 0,36 4-1 0 0,11-1-1434 0 0,-74-1 1141 0 0,1-1-1 0 0,0 0 1 0 0,-1 0 0 0 0,1 0-1 0 0,0 0 1 0 0,0 0-1 0 0,-1-1 1 0 0,1 1-1 0 0,0 0 1 0 0,-1-1 0 0 0,1 1-1 0 0,-1-1 1 0 0,1 1-1 0 0,-1-1 1 0 0,1 0-1 0 0,-1 0 1 0 0,1 0 0 0 0,-1 0-1 0 0,1 0 1 0 0,-1 0-1 0 0,0 0 1 0 0,0 0-1 0 0,0-1 1 0 0,0 1 0 0 0,0 0-1 0 0,0-1 1 0 0,0 1-1 0 0,0-1 1 0 0,0 1-1 0 0,1-3 1 0 0,-1-1 192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0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20 8 0 0,'-3'-10'2770'0'0,"1"0"1836"0"0,-1 22-3357 0 0,-1 31-1161 0 0,3 0 0 0 0,2 0 0 0 0,8 56 1 0 0,-5-49-78 0 0,0-24-63 0 0,-3-17-127 0 0,0 0 0 0 0,0-1 0 0 0,-1 1 0 0 0,0 0 0 0 0,0 0 0 0 0,-2 11 0 0 0,-7-56-1186 0 0,9 28 1346 0 0,0-1 1 0 0,0 1-1 0 0,1 0 0 0 0,0 0 1 0 0,1 0-1 0 0,0 0 1 0 0,4-13-1 0 0,-4 18 21 0 0,-1 0 1 0 0,1 0-1 0 0,0 0 0 0 0,0 0 0 0 0,0 0 1 0 0,1 1-1 0 0,-1-1 0 0 0,1 1 0 0 0,-1 0 1 0 0,1 0-1 0 0,0-1 0 0 0,0 2 0 0 0,0-1 1 0 0,0 0-1 0 0,0 1 0 0 0,0-1 0 0 0,0 1 1 0 0,1 0-1 0 0,-1 0 0 0 0,5-1 0 0 0,45-14-2503 0 0,-18 4-1215 0 0,-27 10 3716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1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3 8 0 0,'-1'-1'171'0'0,"-1"1"1"0"0,0 0-1 0 0,0-1 1 0 0,0 1-1 0 0,1 0 1 0 0,-1 0-1 0 0,0 0 1 0 0,0 0-1 0 0,0 0 1 0 0,0 0-1 0 0,0 0 1 0 0,1 1-1 0 0,-1-1 1 0 0,0 1-1 0 0,0-1 1 0 0,1 1-1 0 0,-1 0 1 0 0,0 0-1 0 0,1 0 1 0 0,-1 0-1 0 0,1 0 1 0 0,-1 0-1 0 0,1 0 1 0 0,-1 0-1 0 0,-1 2 1 0 0,-34 34-110 0 0,34-34-67 0 0,0 1-1 0 0,0-1 1 0 0,1 1 0 0 0,-1 0 0 0 0,1 0-1 0 0,0 0 1 0 0,0 1 0 0 0,1-1-1 0 0,-1 0 1 0 0,1 1 0 0 0,0-1 0 0 0,0 1-1 0 0,0-1 1 0 0,1 1 0 0 0,-1-1-1 0 0,1 1 1 0 0,1 5 0 0 0,-1-8-6 0 0,1 1-1 0 0,0 0 1 0 0,-1-1 0 0 0,1 1-1 0 0,0-1 1 0 0,1 1 0 0 0,-1-1-1 0 0,0 1 1 0 0,1-1 0 0 0,0 0-1 0 0,-1 1 1 0 0,1-1 0 0 0,0 0-1 0 0,0 0 1 0 0,0 0 0 0 0,0-1-1 0 0,0 1 1 0 0,1 0 0 0 0,-1-1-1 0 0,0 1 1 0 0,1-1 0 0 0,-1 0-1 0 0,1 0 1 0 0,0 0 0 0 0,-1 0-1 0 0,1-1 1 0 0,0 1 0 0 0,0-1 0 0 0,2 1-1 0 0,2 0 12 0 0,0-1 0 0 0,0 1-1 0 0,0-2 1 0 0,0 1 0 0 0,0-1 0 0 0,0 0 0 0 0,0 0-1 0 0,0-1 1 0 0,-1 0 0 0 0,1 0 0 0 0,12-6-1 0 0,-16 7 26 0 0,-1 0-1 0 0,0-1 1 0 0,1 1-1 0 0,-1-1 1 0 0,0 1-1 0 0,0-1 0 0 0,0 0 1 0 0,0 0-1 0 0,0 0 1 0 0,0 0-1 0 0,0 0 1 0 0,-1 0-1 0 0,1 0 1 0 0,-1-1-1 0 0,0 1 0 0 0,0-1 1 0 0,0 1-1 0 0,0-1 1 0 0,0 1-1 0 0,0-1 1 0 0,0 0-1 0 0,-1 1 1 0 0,1-1-1 0 0,-1 0 0 0 0,0 1 1 0 0,0-1-1 0 0,0 0 1 0 0,0 0-1 0 0,-1 1 1 0 0,1-1-1 0 0,-1 0 0 0 0,1 1 1 0 0,-2-4-1 0 0,0 0-75 0 0,0-1 0 0 0,-1 1-1 0 0,1 0 1 0 0,-1 0 0 0 0,0 0-1 0 0,-1 0 1 0 0,1 0 0 0 0,-1 1-1 0 0,0 0 1 0 0,-1-1 0 0 0,1 2-1 0 0,-1-1 1 0 0,-11-8 0 0 0,16 13-30 0 0,0 0 0 0 0,0 0 1 0 0,0 0-1 0 0,0 0 0 0 0,0 0 0 0 0,-1 0 1 0 0,1 0-1 0 0,0 0 0 0 0,0 0 1 0 0,0 0-1 0 0,0-1 0 0 0,-1 1 1 0 0,1 0-1 0 0,0 0 0 0 0,0 0 1 0 0,0 0-1 0 0,0 0 0 0 0,-1 0 1 0 0,1 0-1 0 0,0 1 0 0 0,0-1 1 0 0,0 0-1 0 0,0 0 0 0 0,-1 0 0 0 0,1 0 1 0 0,0 0-1 0 0,0 0 0 0 0,0 0 1 0 0,0 0-1 0 0,0 0 0 0 0,0 0 1 0 0,-1 0-1 0 0,1 1 0 0 0,0-1 1 0 0,0 0-1 0 0,0 0 0 0 0,0 0 1 0 0,0 0-1 0 0,0 0 0 0 0,0 1 1 0 0,-1-1-1 0 0,1 0 0 0 0,0 0 0 0 0,0 0 1 0 0,0 0-1 0 0,0 0 0 0 0,0 1 1 0 0,0-1-1 0 0,0 0 0 0 0,0 0 1 0 0,0 1-1 0 0,0 0 81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1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6 8 0 0,'-1'-6'5203'0'0,"1"21"-4269"0"0,-2 13-962 0 0,-8 69 226 0 0,-12 210 136 0 0,22-293-494 0 0,2 41-912 0 0,-1-52 488 0 0,-1 0 0 0 0,1 0 0 0 0,0 0 0 0 0,0 0 0 0 0,0 0 0 0 0,0 0 0 0 0,0 0 0 0 0,4 4 0 0 0,-2-5 431 0 0,-2-2 153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2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117 125 8 0 0,'-2'-3'483'0'0,"-1"1"-1"0"0,0-1 1 0 0,0 1 0 0 0,0-1-1 0 0,0 1 1 0 0,0 0-1 0 0,0 0 1 0 0,0 1 0 0 0,-1-1-1 0 0,1 1 1 0 0,-7-2 0 0 0,8 2-410 0 0,0 1 1 0 0,0 0 0 0 0,0 0 0 0 0,0 0-1 0 0,0 1 1 0 0,0-1 0 0 0,0 0 0 0 0,0 1-1 0 0,0 0 1 0 0,0-1 0 0 0,0 1 0 0 0,0 0-1 0 0,0 0 1 0 0,1 0 0 0 0,-1 0 0 0 0,0 0-1 0 0,1 0 1 0 0,-1 1 0 0 0,0-1 0 0 0,1 0-1 0 0,0 1 1 0 0,-1-1 0 0 0,-1 4 0 0 0,-1 0-71 0 0,1 0 0 0 0,0 1-1 0 0,0-1 1 0 0,0 1 0 0 0,1 0 0 0 0,0 0 0 0 0,0 0 0 0 0,0 0 0 0 0,1 0 0 0 0,-1 0 0 0 0,2 1 0 0 0,-1-1 0 0 0,1 7 0 0 0,0-8-21 0 0,0 0 0 0 0,0 1 0 0 0,1-1-1 0 0,-1 0 1 0 0,1 1 0 0 0,1-1 0 0 0,-1 0 0 0 0,1 0 0 0 0,0 0 0 0 0,0 0 0 0 0,0 0 0 0 0,1 0 0 0 0,0-1 0 0 0,0 1 0 0 0,6 6 0 0 0,-8-9 12 0 0,0-1 0 0 0,1 0 0 0 0,-1 1 0 0 0,0-1 0 0 0,1 0 0 0 0,-1 0 0 0 0,1 0 0 0 0,0 0 0 0 0,-1 0 0 0 0,1 0 0 0 0,0-1 1 0 0,-1 1-1 0 0,1-1 0 0 0,0 1 0 0 0,0-1 0 0 0,0 1 0 0 0,0-1 0 0 0,0 0 0 0 0,-1 0 0 0 0,1 0 0 0 0,0 0 0 0 0,0 0 0 0 0,0 0 1 0 0,0-1-1 0 0,0 1 0 0 0,-1-1 0 0 0,1 1 0 0 0,0-1 0 0 0,0 0 0 0 0,-1 1 0 0 0,1-1 0 0 0,0 0 0 0 0,-1 0 0 0 0,1 0 0 0 0,-1 0 1 0 0,1-1-1 0 0,-1 1 0 0 0,0 0 0 0 0,1-1 0 0 0,-1 1 0 0 0,1-2 0 0 0,2-2 28 0 0,-1 1 1 0 0,1-1-1 0 0,-1 0 1 0 0,0-1-1 0 0,0 1 0 0 0,-1 0 1 0 0,0-1-1 0 0,0 0 0 0 0,0 1 1 0 0,-1-1-1 0 0,2-10 1 0 0,-7-75 67 0 0,4 90-94 0 0,0 1 0 0 0,1 0 0 0 0,-1-1 0 0 0,0 1 0 0 0,1-1-1 0 0,-1 1 1 0 0,1 0 0 0 0,-1-1 0 0 0,0 1 0 0 0,1 0 0 0 0,-1 0 0 0 0,1-1 0 0 0,-1 1-1 0 0,1 0 1 0 0,-1 0 0 0 0,1 0 0 0 0,-1-1 0 0 0,0 1 0 0 0,1 0 0 0 0,-1 0 0 0 0,1 0-1 0 0,0 0 1 0 0,-1 0 0 0 0,1 0 0 0 0,-1 0 0 0 0,1 0 0 0 0,-1 0 0 0 0,1 0 0 0 0,-1 0-1 0 0,1 1 1 0 0,-1-1 0 0 0,0 0 0 0 0,1 0 0 0 0,-1 0 0 0 0,1 1 0 0 0,-1-1 0 0 0,1 1-1 0 0,26 8-36 0 0,-24-7 34 0 0,8 2 16 0 0,0 0 1 0 0,-1-1 0 0 0,1 0-1 0 0,0-1 1 0 0,0 0-1 0 0,13 0 1 0 0,-22-2 2 0 0,1 0 1 0 0,0 0 0 0 0,-1 0-1 0 0,1-1 1 0 0,0 1 0 0 0,-1-1-1 0 0,1 0 1 0 0,-1 0 0 0 0,1 0-1 0 0,-1 0 1 0 0,1 0 0 0 0,-1 0-1 0 0,0-1 1 0 0,0 1 0 0 0,0-1-1 0 0,1 0 1 0 0,-1 1 0 0 0,-1-1-1 0 0,1 0 1 0 0,0 0 0 0 0,0 0-1 0 0,-1-1 1 0 0,1 1 0 0 0,-1 0-1 0 0,0-1 1 0 0,0 1 0 0 0,1 0-1 0 0,-2-1 1 0 0,1 0 0 0 0,0 1-1 0 0,0-5 1 0 0,7-26 98 0 0,5-22 1024 0 0,-9 41-141 0 0,-3 19 283 0 0,-2 225-1150 0 0,3-111-133 0 0,-2-80-99 0 0,-1 3-567 0 0,6 45-1 0 0,-2-80-4091 0 0,2-16-351 0 0,-4 7 5115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09:57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768 101 8 0 0,'-6'-4'798'0'0,"1"0"1"0"0,0 0-1 0 0,0-1 0 0 0,1 0 1 0 0,-1 0-1 0 0,1 0 0 0 0,0-1 1 0 0,1 1-1 0 0,-1-1 0 0 0,1 0 0 0 0,-3-8 1 0 0,-12-18 3532 0 0,16 34-4103 0 0,0 1-1 0 0,0-1 1 0 0,0 0 0 0 0,0 1-1 0 0,1-1 1 0 0,-1 1-1 0 0,1-1 1 0 0,-1 1 0 0 0,1 0-1 0 0,0-1 1 0 0,-1 5 0 0 0,-10 17-169 0 0,-46 51 105 0 0,-92 92 0 0 0,80-101-160 0 0,-136 100 0 0 0,66-57-6 0 0,132-103-10 0 0,-18 17 134 0 0,26-23-132 0 0,-1 1 1 0 0,1-1-1 0 0,-1 1 0 0 0,1-1 1 0 0,-1 1-1 0 0,1-1 1 0 0,0 1-1 0 0,0-1 0 0 0,-1 1 1 0 0,1-1-1 0 0,0 1 0 0 0,0 0 1 0 0,-1-1-1 0 0,1 1 0 0 0,0 0 1 0 0,0-1-1 0 0,0 1 0 0 0,0-1 1 0 0,0 1-1 0 0,0 0 0 0 0,0-1 1 0 0,0 1-1 0 0,0 0 0 0 0,0-1 1 0 0,1 1-1 0 0,-1-1 0 0 0,0 1 1 0 0,0 0-1 0 0,0-1 0 0 0,1 1 1 0 0,-1-1-1 0 0,0 1 0 0 0,1-1 1 0 0,-1 1-1 0 0,1-1 1 0 0,-1 1-1 0 0,0-1 0 0 0,1 1 1 0 0,-1-1-1 0 0,1 1 0 0 0,268 171-344 0 0,-154-103-128 0 0,7 5-2969 0 0,2-3-3618 0 0,-117-66 6617 0 0,-3-3 40 0 0,0 1 0 0 0,0-1 1 0 0,1 1-1 0 0,-1-1 0 0 0,1 0 0 0 0,-1-1 0 0 0,1 1 0 0 0,0-1 1 0 0,0 0-1 0 0,-1 0 0 0 0,6 0 0 0 0,-3-3 412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09:58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5 476 8 0 0,'0'0'80'0'0,"0"0"-1"0"0,-1 0 1 0 0,1 0 0 0 0,0 0-1 0 0,0 0 1 0 0,0 0 0 0 0,-1 0-1 0 0,1 0 1 0 0,0 0 0 0 0,0 0-1 0 0,0 0 1 0 0,0 0-1 0 0,-1-1 1 0 0,1 1 0 0 0,0 0-1 0 0,0 0 1 0 0,0 0 0 0 0,0 0-1 0 0,0 0 1 0 0,-1-1 0 0 0,1 1-1 0 0,0 0 1 0 0,0 0 0 0 0,0 0-1 0 0,0 0 1 0 0,0-1 0 0 0,0 1-1 0 0,0 0 1 0 0,0 0 0 0 0,0 0-1 0 0,0-1 1 0 0,0 1 0 0 0,0 0-1 0 0,0 0 1 0 0,0 0-1 0 0,0-1 1 0 0,0 1 0 0 0,0 0-1 0 0,0 0 1 0 0,0 0 0 0 0,0-1-1 0 0,0 1 1 0 0,0 0 0 0 0,0 0-1 0 0,0 0 1 0 0,0-1 0 0 0,0 1-1 0 0,1 0 1 0 0,-1 0 0 0 0,0 0-1 0 0,0 0 1 0 0,0-1 0 0 0,16-6 1101 0 0,-12 5-997 0 0,0 1-1 0 0,1 0 1 0 0,-1 0 0 0 0,1 0 0 0 0,-1 1 0 0 0,1 0 0 0 0,5 0-1 0 0,23 6 845 0 0,0-1-1 0 0,0-2 1 0 0,1-2-1 0 0,41-2 1 0 0,181-5 361 0 0,-151 2-975 0 0,116-17 0 0 0,104-33-129 0 0,-141 21-170 0 0,241-18-29 0 0,-32 25-102 0 0,-129 6-44 0 0,436 23 379 0 0,-686-2-302 0 0,114-1 93 0 0,159-19 0 0 0,-141 9 557 0 0,195 13 0 0 0,101-23-112 0 0,-259 5-466 0 0,-123 10-71 0 0,20-1 343 0 0,0 3 1 0 0,98 9 0 0 0,-62 1-319 0 0,147-8 1 0 0,-84-3 1 0 0,-130 5 29 0 0,-23 0 39 0 0,1-1-1 0 0,38-5 1 0 0,-62 5-85 0 0,0 0 1 0 0,1-1 0 0 0,-1 0 0 0 0,0 0 0 0 0,0 0-1 0 0,0 0 1 0 0,0 0 0 0 0,0-1 0 0 0,0 1-1 0 0,0-1 1 0 0,0 0 0 0 0,-1 0 0 0 0,1 0-1 0 0,-1 0 1 0 0,1 0 0 0 0,-1-1 0 0 0,0 1 0 0 0,0-1-1 0 0,0 1 1 0 0,2-4 0 0 0,-4 5-14 0 0,-1 0 1 0 0,1-1 0 0 0,-1 1-1 0 0,1 0 1 0 0,-1 0-1 0 0,1 0 1 0 0,-1 0-1 0 0,0 0 1 0 0,1 0 0 0 0,-1 0-1 0 0,0 0 1 0 0,0 0-1 0 0,0 1 1 0 0,0-1-1 0 0,0 0 1 0 0,0 0 0 0 0,-1 0-1 0 0,-19-14 66 0 0,-35-23 97 0 0,43 28-149 0 0,0 1 0 0 0,0 0 0 0 0,0 1 0 0 0,-1 1 0 0 0,0 0 0 0 0,-1 1 0 0 0,-25-8 0 0 0,22 11 5 0 0,-1 0 0 0 0,1 1 0 0 0,0 1 0 0 0,-1 1 1 0 0,1 0-1 0 0,-1 2 0 0 0,-28 5 0 0 0,37-4 25 0 0,12-2-8 0 0,27 0 15 0 0,7 0-63 0 0,44 12-10 0 0,148 29-18 0 0,-206-37 59 0 0,29 6-31 0 0,-49-10 1 0 0,0 0-1 0 0,0-1 1 0 0,0 1-1 0 0,0 0 0 0 0,0 0 1 0 0,0 0-1 0 0,0 1 1 0 0,0-1-1 0 0,-1 0 1 0 0,1 1-1 0 0,0-1 0 0 0,-1 1 1 0 0,1 0-1 0 0,-1-1 1 0 0,1 1-1 0 0,-1 0 1 0 0,0 0-1 0 0,1 3 0 0 0,-1-4 9 0 0,-1 1-1 0 0,0 0 0 0 0,0 0 0 0 0,-1-1 0 0 0,1 1 0 0 0,0 0 0 0 0,-1-1 0 0 0,1 1 0 0 0,-1 0 0 0 0,1-1 0 0 0,-1 1 0 0 0,0 0 0 0 0,0-1 1 0 0,0 1-1 0 0,1-1 0 0 0,-3 3 0 0 0,-23 27 33 0 0,18-21-38 0 0,-14 17-28 0 0,-131 158-462 0 0,115-144-230 0 0,-2-1 0 0 0,-54 42 1 0 0,92-80 647 0 0,-63 43-1580 0 0,58-40 832 0 0,-1-1 1 0 0,1 0 0 0 0,-1 0-1 0 0,0-1 1 0 0,-1 0 0 0 0,-16 4-1 0 0,25-7 654 0 0,-1 0-1 0 0,1 0 1 0 0,-1 1-1 0 0,1-1 0 0 0,-1 0 1 0 0,1 0-1 0 0,-1 0 1 0 0,1 0-1 0 0,-1 0 0 0 0,0 0 1 0 0,1 0-1 0 0,-1 0 1 0 0,1 0-1 0 0,-1 0 0 0 0,1-1 1 0 0,-1 1-1 0 0,1 0 1 0 0,-1 0-1 0 0,1 0 0 0 0,-1-1 1 0 0,1 1-1 0 0,-1 0 1 0 0,1-1-1 0 0,0 1 0 0 0,-1 0 1 0 0,1-1-1 0 0,-1 1 1 0 0,1 0-1 0 0,0-1 0 0 0,-1 1 1 0 0,1-1-1 0 0,0 1 1 0 0,-1-1-1 0 0,1 1 0 0 0,0-1 1 0 0,0 1-1 0 0,0-1 1 0 0,-1 1-1 0 0,1-1 0 0 0,0 1 1 0 0,0-1-1 0 0,0 1 1 0 0,0-1-1 0 0,0 0 0 0 0,0-1-121 0 0,0 0-1 0 0,1 1 0 0 0,-1-1 0 0 0,0 0 1 0 0,1 1-1 0 0,0-1 0 0 0,-1 0 1 0 0,1 1-1 0 0,0-1 0 0 0,0 1 0 0 0,-1-1 1 0 0,3-1-1 0 0,3-3 283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290D1-963C-47FC-A826-AB1A32DD1DE6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1D7EF-20AE-4877-9336-229E596061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43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AA6B-CDB8-D51B-E29D-B1DF67D8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BDA60-BB0E-4666-BE31-56EE73C282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51662-4C21-71CA-7669-BDBF05E0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0F990-2D53-01FF-1F7D-F7F1CF07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3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06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F833-ACC2-AC6E-FA30-5D8BCAAD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52F7C1-4D61-C941-E60D-9A7DFB1AC6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08C6FB-FCB8-F48F-4962-DD9011AAC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DE87C-86AE-B4D2-F5E7-34D71B820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4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3989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5529-560B-03B1-3E53-D3D3C9C0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F54D8F-4401-8BB3-978D-F6D423F2FC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F47D31-FB43-9B0E-C553-713958C56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D4E5BC-716D-DB15-4916-275E50956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5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75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9160-A346-2F97-5BDB-93653002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2D710E-4D69-9AA5-625B-8FBBA9C450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64D37D-D228-89E6-F034-20BDA1C3E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8BEFE6-B7DD-7244-938E-5CD456EE6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6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594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AA6B-CDB8-D51B-E29D-B1DF67D8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BDA60-BB0E-4666-BE31-56EE73C282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51662-4C21-71CA-7669-BDBF05E0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0F990-2D53-01FF-1F7D-F7F1CF07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7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0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76EE5-8226-7C6D-274A-F4BD47EAB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3987B1-22BB-BA48-C8C2-6CC6885C8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F66C6-44E2-E0C0-4B65-A2C8201A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81764-A14B-3F85-64B5-57A89FE2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65D778-8597-7B86-18AF-B761FB38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41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4E940-F640-9643-8A33-D0DBC716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E84D2-C184-B232-BCD2-D5C9292D0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D2610-B567-7CFC-446C-45541912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0C7478-41A2-9646-98C8-660C0377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B2B11-5CD9-2091-1E78-DB8351D3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02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3736C-C9A9-D7F8-2E14-23F6A66C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D731F-9807-5106-67D0-9078B07A6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33599-C003-A2A2-C52B-5228306C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6FC8E-5F0F-AB45-4260-41071F13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44796-E141-E10A-461D-55978ACC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8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71145-1548-B9AE-9F8A-C3555AB2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5DBE82-0380-E3B4-7654-FB9B04F45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5089D-983E-7423-B01D-168B8455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5D56E2-FC9F-6342-EC96-2532EDE3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11AC48-6AC0-7118-AE45-EA043442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B800C5-55D1-68FB-3DDD-0DE6D56D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6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1792-E0D4-3C3D-391D-29FB65BF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46EE0F-C1D5-8779-EF2A-C29664567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39560C-86B7-43B0-5B1B-45E11C3A8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A70AB1-F4CC-0F76-B532-ECBE39B63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520876-5C84-97B0-0FBF-7E94F9109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BE9314-0B0F-78D1-5D77-C37BCFB2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70A9EB-E146-D517-6D17-40E71F26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868A73-05B4-2225-4981-DDA8AADC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73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BD4CA-AF77-7400-C0A3-1A41E210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8F7696-940B-910E-485C-0A892BBA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1DC1C4-A45B-90C3-C790-54D7160E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3B9664-9057-D625-F68E-D7FEAA47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71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3B7AD9-012B-FE59-3B19-AD98F8E8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9CE671-44D4-7054-3473-D060D576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9BE64-54DB-9C5E-71BF-7FA5A0AE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5652B-9795-8218-8315-4C2B4C46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D6F2F-D164-446A-F81A-1E8090220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3C5B22-BBAA-CBFE-608A-2DC831B47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2D4924-DE38-DD55-3F9A-43964626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B3DDD1-0351-A5CF-B1D2-B29009E9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BDD732-D166-BC23-A01A-F7FE44B7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82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05FF1-0B31-A290-8D94-60D7A373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D397A-4CA4-0654-A056-23794E7B1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7B3998-36A3-D2AF-73E1-D1F3BDDAC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DEFC7-94D8-1F4D-0D89-A753BD72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A96E3-8920-69D8-090B-CBC3321B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9BDF42-8E30-7331-D047-5FC074C0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72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B7056-F9D2-C1D8-4612-533426EC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A5428A-7519-00E7-ADFB-633ED7BCD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E7B90E-AE91-A1F7-EF81-89328FF2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DA955-7333-7B35-E6E7-85DD8C22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6A7831-51BD-1BF7-8A87-F0042453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9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E89F02-4ABF-C22F-3114-C215DBC78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54E820-6086-32BA-712E-DE0F8A35C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7DEE6-905A-3C45-01BC-5EB78935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765B7E-26F4-2D10-7C57-0955D82B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E6A91-B167-D3DE-E8CE-3E749FC7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291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2BE21F-33B5-4748-A7AE-A31A725B6651}"/>
              </a:ext>
            </a:extLst>
          </p:cNvPr>
          <p:cNvSpPr txBox="1"/>
          <p:nvPr userDrawn="1"/>
        </p:nvSpPr>
        <p:spPr>
          <a:xfrm>
            <a:off x="0" y="611265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20" dirty="0">
                <a:solidFill>
                  <a:schemeClr val="bg1"/>
                </a:solidFill>
              </a:rPr>
              <a:t>2022</a:t>
            </a:r>
            <a:r>
              <a:rPr lang="ko-KR" altLang="en-US" sz="2400" b="1" spc="20" dirty="0">
                <a:solidFill>
                  <a:schemeClr val="bg1"/>
                </a:solidFill>
              </a:rPr>
              <a:t>년 캡스톤디자인</a:t>
            </a:r>
            <a:r>
              <a:rPr lang="en-US" altLang="ko-KR" sz="2400" b="1" spc="20" dirty="0">
                <a:solidFill>
                  <a:schemeClr val="bg1"/>
                </a:solidFill>
              </a:rPr>
              <a:t>1 IDEA</a:t>
            </a:r>
            <a:r>
              <a:rPr lang="ko-KR" altLang="en-US" sz="2400" b="1" spc="20" dirty="0">
                <a:solidFill>
                  <a:schemeClr val="bg1"/>
                </a:solidFill>
              </a:rPr>
              <a:t> 발표회</a:t>
            </a:r>
            <a:endParaRPr lang="en-US" altLang="ko-KR" sz="2400" b="1" spc="20" dirty="0">
              <a:solidFill>
                <a:schemeClr val="bg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77F36FD4-A224-4ABC-8A0B-0A77084284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1" y="2276872"/>
            <a:ext cx="11233151" cy="554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작품명을 적으세요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B452F-1A64-4670-85B6-E2EA0BEA0F6B}"/>
              </a:ext>
            </a:extLst>
          </p:cNvPr>
          <p:cNvSpPr txBox="1"/>
          <p:nvPr userDrawn="1"/>
        </p:nvSpPr>
        <p:spPr>
          <a:xfrm>
            <a:off x="143339" y="3816475"/>
            <a:ext cx="163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팀명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45F04-A0C5-4ED5-809D-BD43496553A7}"/>
              </a:ext>
            </a:extLst>
          </p:cNvPr>
          <p:cNvSpPr txBox="1"/>
          <p:nvPr userDrawn="1"/>
        </p:nvSpPr>
        <p:spPr>
          <a:xfrm>
            <a:off x="143339" y="4298168"/>
            <a:ext cx="163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팀원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8AEC7492-2AEB-4459-8501-EEAF11E1C6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25486" y="4755368"/>
            <a:ext cx="9139465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8285C-12F8-4784-936C-BD1C8AB4F09A}"/>
              </a:ext>
            </a:extLst>
          </p:cNvPr>
          <p:cNvSpPr txBox="1"/>
          <p:nvPr userDrawn="1"/>
        </p:nvSpPr>
        <p:spPr>
          <a:xfrm>
            <a:off x="143339" y="475536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지도교수님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03470ADE-75B4-4530-9C54-DFD8685F7B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25486" y="3816475"/>
            <a:ext cx="9139465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86A2C7FD-C2CE-4F44-8CB2-90A18ACF01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25486" y="4298168"/>
            <a:ext cx="9139465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1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FBA8B3-13D0-E3E1-B6DE-9ED9210E9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524B94-4444-2EDA-EC9E-D1D2EEF4D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87990-824E-499C-67AC-C9D1CEA08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7C343-E64D-4C7B-9025-567A990449D2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AAC13-63D2-430A-61A7-0C8337299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F4D1F-DE66-35FA-172D-AD4AEBB70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5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shorts/Ww0m7PPZYXU?si=JLivj4Ne7rBDM-t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16.png"/><Relationship Id="rId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312509-0BF5-A88D-DC39-4A29AB3225CE}"/>
              </a:ext>
            </a:extLst>
          </p:cNvPr>
          <p:cNvSpPr/>
          <p:nvPr/>
        </p:nvSpPr>
        <p:spPr>
          <a:xfrm>
            <a:off x="1631504" y="4775448"/>
            <a:ext cx="1800200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844AF4-7D13-6939-11A7-67D77F29D8FB}"/>
              </a:ext>
            </a:extLst>
          </p:cNvPr>
          <p:cNvSpPr/>
          <p:nvPr/>
        </p:nvSpPr>
        <p:spPr>
          <a:xfrm>
            <a:off x="3249227" y="6086457"/>
            <a:ext cx="5434928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701B3D-7C71-9974-4B76-7EB4BE9AB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946" y="2813737"/>
            <a:ext cx="7898174" cy="26913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FE9B6F9-4DA7-A369-8A53-40C127ECAF78}"/>
              </a:ext>
            </a:extLst>
          </p:cNvPr>
          <p:cNvSpPr/>
          <p:nvPr/>
        </p:nvSpPr>
        <p:spPr>
          <a:xfrm>
            <a:off x="2721797" y="2264594"/>
            <a:ext cx="6748407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latin typeface="+mj-lt"/>
              </a:rPr>
              <a:t>2025 baqu4 </a:t>
            </a:r>
            <a:r>
              <a:rPr lang="ko-KR" altLang="en-US" sz="3200" b="1" dirty="0">
                <a:latin typeface="+mj-lt"/>
              </a:rPr>
              <a:t>자율주행 정기회의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5CE9F-C5C4-A77D-055F-B2100E0E5CA3}"/>
              </a:ext>
            </a:extLst>
          </p:cNvPr>
          <p:cNvSpPr/>
          <p:nvPr/>
        </p:nvSpPr>
        <p:spPr>
          <a:xfrm>
            <a:off x="3431704" y="4584666"/>
            <a:ext cx="5434928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브레이크 파트 정건우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정제윤</a:t>
            </a:r>
            <a:endParaRPr lang="en-US" altLang="ko-KR" sz="20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A0A7169-70D7-E9D1-E985-32BD0283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3894192"/>
            <a:ext cx="1000265" cy="10193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F0A9165-A014-32F2-1916-00426343F666}"/>
              </a:ext>
            </a:extLst>
          </p:cNvPr>
          <p:cNvSpPr/>
          <p:nvPr/>
        </p:nvSpPr>
        <p:spPr>
          <a:xfrm>
            <a:off x="169817" y="3696789"/>
            <a:ext cx="1800200" cy="2103120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E506AD-E83D-C1AD-D5CF-35CDCC6391B9}"/>
              </a:ext>
            </a:extLst>
          </p:cNvPr>
          <p:cNvSpPr/>
          <p:nvPr/>
        </p:nvSpPr>
        <p:spPr>
          <a:xfrm>
            <a:off x="322217" y="-1"/>
            <a:ext cx="2399580" cy="1798943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60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859C-FE91-B399-A0F5-4F13DB70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D7DF8B-2FEA-9406-8A43-AF43075FAA4F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CFF5A5E-F5A3-4B3F-2D13-74F3EDE9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9383AE-D7EC-7F2A-4354-D1DE7E8A44B4}"/>
              </a:ext>
            </a:extLst>
          </p:cNvPr>
          <p:cNvSpPr/>
          <p:nvPr/>
        </p:nvSpPr>
        <p:spPr>
          <a:xfrm>
            <a:off x="1797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cs typeface="KoPubWorld돋움체_Pro Medium"/>
              </a:rPr>
              <a:t>다이어그램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CD2ED9-4CD3-B8CB-07A8-86D900CBE561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CF1DDA-69B1-1881-B1FF-DCFD5D12DC91}"/>
              </a:ext>
            </a:extLst>
          </p:cNvPr>
          <p:cNvSpPr/>
          <p:nvPr/>
        </p:nvSpPr>
        <p:spPr>
          <a:xfrm>
            <a:off x="1733511" y="4367710"/>
            <a:ext cx="5984213" cy="1941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Actuator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가 브레이크를 제어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(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세밀 조절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x,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간단한 브레이크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on/off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제어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너무 강한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브레이크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차체 전복 위험 가능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적절한 브레이크 제어 값 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Encoder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를 이용해  적절한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 Actuator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위치 값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Limit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으로 선정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+</a:t>
            </a:r>
            <a:r>
              <a:rPr lang="el-GR" altLang="ko-KR" dirty="0"/>
              <a:t>α</a:t>
            </a:r>
            <a:r>
              <a:rPr lang="en-US" altLang="ko-KR" dirty="0"/>
              <a:t>: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IGBT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이용하여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프리젠테이션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6 </a:t>
            </a:r>
            <a:r>
              <a:rPr lang="en-US" altLang="ko-KR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SemiBoldC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Actuator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와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아두이노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간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고전류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/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고전압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Leakage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방지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/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비상상황의 경우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IGBT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를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off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시켜 전류 차단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F7E7AD-8299-7A52-E83D-22F8E26FA708}"/>
              </a:ext>
            </a:extLst>
          </p:cNvPr>
          <p:cNvSpPr/>
          <p:nvPr/>
        </p:nvSpPr>
        <p:spPr>
          <a:xfrm>
            <a:off x="2119088" y="2580294"/>
            <a:ext cx="1490870" cy="79016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MCU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아두이노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DUE)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913247-237B-786E-C88D-0D43ABC35CF6}"/>
              </a:ext>
            </a:extLst>
          </p:cNvPr>
          <p:cNvSpPr/>
          <p:nvPr/>
        </p:nvSpPr>
        <p:spPr>
          <a:xfrm>
            <a:off x="8032872" y="3131916"/>
            <a:ext cx="134178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Actuator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DHLA2500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5B29E4-A0ED-315C-18CF-0EC92C098B3B}"/>
              </a:ext>
            </a:extLst>
          </p:cNvPr>
          <p:cNvSpPr/>
          <p:nvPr/>
        </p:nvSpPr>
        <p:spPr>
          <a:xfrm>
            <a:off x="8032872" y="2219173"/>
            <a:ext cx="134178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Actuator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DHLA2500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FA9E8C-F721-0F10-4B6E-330D7CBCDC38}"/>
              </a:ext>
            </a:extLst>
          </p:cNvPr>
          <p:cNvSpPr/>
          <p:nvPr/>
        </p:nvSpPr>
        <p:spPr>
          <a:xfrm>
            <a:off x="4563288" y="1643215"/>
            <a:ext cx="134178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  <a:latin typeface="프리젠테이션 6 SemiBold" charset="-127"/>
              <a:ea typeface="프리젠테이션 6 SemiBold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C5FC1D-CC1A-062F-385E-BDD315B74C58}"/>
              </a:ext>
            </a:extLst>
          </p:cNvPr>
          <p:cNvSpPr/>
          <p:nvPr/>
        </p:nvSpPr>
        <p:spPr>
          <a:xfrm>
            <a:off x="3071588" y="1288209"/>
            <a:ext cx="124239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I2C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16x2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Display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6C11C41-F346-2039-67C2-DDD5496FD123}"/>
              </a:ext>
            </a:extLst>
          </p:cNvPr>
          <p:cNvCxnSpPr>
            <a:stCxn id="3" idx="3"/>
          </p:cNvCxnSpPr>
          <p:nvPr/>
        </p:nvCxnSpPr>
        <p:spPr>
          <a:xfrm flipV="1">
            <a:off x="3609959" y="2975374"/>
            <a:ext cx="3458819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65FB2D1-9867-4310-3FD7-FB88BD2D879C}"/>
              </a:ext>
            </a:extLst>
          </p:cNvPr>
          <p:cNvCxnSpPr>
            <a:cxnSpLocks/>
            <a:stCxn id="3" idx="2"/>
            <a:endCxn id="19" idx="2"/>
          </p:cNvCxnSpPr>
          <p:nvPr/>
        </p:nvCxnSpPr>
        <p:spPr>
          <a:xfrm rot="5400000" flipH="1" flipV="1">
            <a:off x="4585234" y="1407061"/>
            <a:ext cx="242682" cy="3684105"/>
          </a:xfrm>
          <a:prstGeom prst="bentConnector3">
            <a:avLst>
              <a:gd name="adj1" fmla="val -21979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C41262A-E9DD-9511-FB24-3C2C33AF568F}"/>
              </a:ext>
            </a:extLst>
          </p:cNvPr>
          <p:cNvCxnSpPr>
            <a:cxnSpLocks/>
          </p:cNvCxnSpPr>
          <p:nvPr/>
        </p:nvCxnSpPr>
        <p:spPr>
          <a:xfrm flipV="1">
            <a:off x="7068778" y="2565386"/>
            <a:ext cx="964095" cy="409987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3D79101-726F-1B6A-3775-298AB6D6FD2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068778" y="2975373"/>
            <a:ext cx="964095" cy="419930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33F73C6-E01B-3DD3-75F6-E8AD9CF9D21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609958" y="1906603"/>
            <a:ext cx="953330" cy="83934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57634D0-37B8-FEE3-4C98-9ABBFC77471F}"/>
              </a:ext>
            </a:extLst>
          </p:cNvPr>
          <p:cNvCxnSpPr>
            <a:stCxn id="3" idx="0"/>
            <a:endCxn id="10" idx="1"/>
          </p:cNvCxnSpPr>
          <p:nvPr/>
        </p:nvCxnSpPr>
        <p:spPr>
          <a:xfrm rot="5400000" flipH="1" flipV="1">
            <a:off x="2453708" y="1962414"/>
            <a:ext cx="1028697" cy="207065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04DC42-0608-0B26-57BC-E8D9C077B296}"/>
              </a:ext>
            </a:extLst>
          </p:cNvPr>
          <p:cNvSpPr/>
          <p:nvPr/>
        </p:nvSpPr>
        <p:spPr>
          <a:xfrm>
            <a:off x="4242751" y="2711985"/>
            <a:ext cx="1341782" cy="52677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모터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드라이버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(BTS7960)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9D6223-F9BB-DE97-3085-7C5499BEB7FF}"/>
              </a:ext>
            </a:extLst>
          </p:cNvPr>
          <p:cNvSpPr/>
          <p:nvPr/>
        </p:nvSpPr>
        <p:spPr>
          <a:xfrm>
            <a:off x="6202415" y="2822972"/>
            <a:ext cx="692427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IGBT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0725AA-2AB9-9412-7D95-A034B38CFE11}"/>
              </a:ext>
            </a:extLst>
          </p:cNvPr>
          <p:cNvSpPr txBox="1"/>
          <p:nvPr/>
        </p:nvSpPr>
        <p:spPr>
          <a:xfrm>
            <a:off x="9458474" y="2333316"/>
            <a:ext cx="70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12V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F7DE15-B40E-B798-D66A-596188737F15}"/>
              </a:ext>
            </a:extLst>
          </p:cNvPr>
          <p:cNvSpPr txBox="1"/>
          <p:nvPr/>
        </p:nvSpPr>
        <p:spPr>
          <a:xfrm>
            <a:off x="9470750" y="3185788"/>
            <a:ext cx="70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12V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D62567-133B-492D-546A-A645298203A3}"/>
              </a:ext>
            </a:extLst>
          </p:cNvPr>
          <p:cNvSpPr/>
          <p:nvPr/>
        </p:nvSpPr>
        <p:spPr>
          <a:xfrm rot="20365663">
            <a:off x="8383657" y="4078648"/>
            <a:ext cx="302976" cy="215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F444AC-6C00-E296-C740-22837FB77FBE}"/>
              </a:ext>
            </a:extLst>
          </p:cNvPr>
          <p:cNvSpPr txBox="1"/>
          <p:nvPr/>
        </p:nvSpPr>
        <p:spPr>
          <a:xfrm>
            <a:off x="8469282" y="4102251"/>
            <a:ext cx="100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브레이크 페달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0DE8AD-D18D-69D1-F3D7-EEE2609B71BD}"/>
              </a:ext>
            </a:extLst>
          </p:cNvPr>
          <p:cNvSpPr txBox="1"/>
          <p:nvPr/>
        </p:nvSpPr>
        <p:spPr>
          <a:xfrm>
            <a:off x="9130381" y="5226998"/>
            <a:ext cx="118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DC Actuator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D283439-F742-BFE5-BBD0-02D3BAA948A3}"/>
              </a:ext>
            </a:extLst>
          </p:cNvPr>
          <p:cNvSpPr/>
          <p:nvPr/>
        </p:nvSpPr>
        <p:spPr>
          <a:xfrm>
            <a:off x="10225250" y="5549577"/>
            <a:ext cx="308558" cy="1816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E13FCD-89F8-1AD0-617A-0C3EB029230B}"/>
              </a:ext>
            </a:extLst>
          </p:cNvPr>
          <p:cNvSpPr txBox="1"/>
          <p:nvPr/>
        </p:nvSpPr>
        <p:spPr>
          <a:xfrm>
            <a:off x="7509686" y="3939428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Push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F949025-53EF-6E98-5835-930A6E354ADE}"/>
              </a:ext>
            </a:extLst>
          </p:cNvPr>
          <p:cNvSpPr/>
          <p:nvPr/>
        </p:nvSpPr>
        <p:spPr>
          <a:xfrm flipH="1">
            <a:off x="7717724" y="4283903"/>
            <a:ext cx="255963" cy="1412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C9E90-CBFC-52D4-623D-05A180A3AB39}"/>
              </a:ext>
            </a:extLst>
          </p:cNvPr>
          <p:cNvSpPr txBox="1"/>
          <p:nvPr/>
        </p:nvSpPr>
        <p:spPr>
          <a:xfrm>
            <a:off x="10105400" y="5336168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PULL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728172-8A8C-FEFE-2522-3FFFAB7C7E45}"/>
              </a:ext>
            </a:extLst>
          </p:cNvPr>
          <p:cNvSpPr/>
          <p:nvPr/>
        </p:nvSpPr>
        <p:spPr>
          <a:xfrm rot="16200000">
            <a:off x="9306985" y="5116414"/>
            <a:ext cx="302976" cy="2150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53D3BD-B11F-4A66-6D08-53B9B6459A48}"/>
              </a:ext>
            </a:extLst>
          </p:cNvPr>
          <p:cNvSpPr/>
          <p:nvPr/>
        </p:nvSpPr>
        <p:spPr>
          <a:xfrm>
            <a:off x="8646713" y="5535403"/>
            <a:ext cx="1458686" cy="210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2FF4891-71AB-C611-6382-723997EE1505}"/>
              </a:ext>
            </a:extLst>
          </p:cNvPr>
          <p:cNvSpPr/>
          <p:nvPr/>
        </p:nvSpPr>
        <p:spPr>
          <a:xfrm>
            <a:off x="8701708" y="5563751"/>
            <a:ext cx="152400" cy="1533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787D4E-5425-7944-3D51-C7E72A6EBAF6}"/>
              </a:ext>
            </a:extLst>
          </p:cNvPr>
          <p:cNvSpPr txBox="1"/>
          <p:nvPr/>
        </p:nvSpPr>
        <p:spPr>
          <a:xfrm>
            <a:off x="8816569" y="6467511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측면도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A6863D-9FD2-106F-650A-37AB64B3311A}"/>
              </a:ext>
            </a:extLst>
          </p:cNvPr>
          <p:cNvSpPr txBox="1"/>
          <p:nvPr/>
        </p:nvSpPr>
        <p:spPr>
          <a:xfrm>
            <a:off x="4768726" y="1725209"/>
            <a:ext cx="143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프리젠테이션 6 SemiBold" charset="-127"/>
                <a:ea typeface="프리젠테이션 6 SemiBold" charset="-127"/>
              </a:rPr>
              <a:t>Encoder</a:t>
            </a:r>
            <a:endParaRPr lang="ko-KR" altLang="en-US" sz="1600" dirty="0">
              <a:latin typeface="프리젠테이션 6 SemiBold" charset="-127"/>
              <a:ea typeface="프리젠테이션 6 Semi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88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6023-1330-C3B9-C7A6-11AAC5AE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36F0FF-B9DE-C3D3-C3BD-2F4D56320634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7523E0E-4C3B-CB93-2CC3-BCEE1F9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03413-E514-B721-1F83-5BCE8750BBC3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1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C52C15-4140-E55D-2E30-96A412207836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E8B15-EAA0-0168-5FD5-FCBA06E9F2F3}"/>
              </a:ext>
            </a:extLst>
          </p:cNvPr>
          <p:cNvSpPr txBox="1"/>
          <p:nvPr/>
        </p:nvSpPr>
        <p:spPr>
          <a:xfrm>
            <a:off x="1852190" y="1242490"/>
            <a:ext cx="324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+mj-ea"/>
                <a:ea typeface="+mj-ea"/>
              </a:rPr>
              <a:t>KPM12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16" name="그림 15" descr="공구, 가정용 하드웨어, 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336DE-39A4-696F-3467-05F717DF5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607615"/>
            <a:ext cx="3223990" cy="24188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05FAAD-4221-CA81-D5FA-350B321E693C}"/>
              </a:ext>
            </a:extLst>
          </p:cNvPr>
          <p:cNvSpPr txBox="1"/>
          <p:nvPr/>
        </p:nvSpPr>
        <p:spPr>
          <a:xfrm>
            <a:off x="1943100" y="1746727"/>
            <a:ext cx="4975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자석이 움직이면 그 자석의 위치를 연속적으로 읽는 센서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비접촉식</a:t>
            </a:r>
            <a:r>
              <a:rPr lang="en-US" altLang="ko-KR" dirty="0"/>
              <a:t> -&gt; </a:t>
            </a:r>
            <a:r>
              <a:rPr lang="ko-KR" altLang="en-US" dirty="0"/>
              <a:t>마모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일반적인 선형 홀센서와 다르게 </a:t>
            </a:r>
            <a:r>
              <a:rPr lang="en-US" altLang="ko-KR" dirty="0"/>
              <a:t>KPM12</a:t>
            </a:r>
            <a:r>
              <a:rPr lang="ko-KR" altLang="en-US" dirty="0"/>
              <a:t>는 </a:t>
            </a:r>
            <a:r>
              <a:rPr lang="ko-KR" altLang="en-US" b="1" dirty="0"/>
              <a:t>자기장 패턴 자체를 비교</a:t>
            </a:r>
            <a:r>
              <a:rPr lang="ko-KR" altLang="en-US" dirty="0"/>
              <a:t>하는 방식이기 때문에</a:t>
            </a:r>
            <a:r>
              <a:rPr lang="en-US" altLang="ko-KR" dirty="0"/>
              <a:t>,</a:t>
            </a:r>
            <a:r>
              <a:rPr lang="ko-KR" altLang="en-US" dirty="0"/>
              <a:t> 모터에서 오는 균일한 배경 자기장은 </a:t>
            </a:r>
            <a:r>
              <a:rPr lang="ko-KR" altLang="en-US" b="1" dirty="0"/>
              <a:t>자동으로 대부분 상쇄됨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7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542D-87B9-6A15-60D7-CC0F2B80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D6AA2-0A28-32EA-F79A-8E29C45E081F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51171B7-48E6-948B-2FC6-2AA82A8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0C1BE1-45B6-5C89-3F0B-0A9A854E1DAA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2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3B432F-9884-4E38-015E-56E14A267CB9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CE355-872F-4341-FCCD-06F857C5016F}"/>
              </a:ext>
            </a:extLst>
          </p:cNvPr>
          <p:cNvSpPr txBox="1"/>
          <p:nvPr/>
        </p:nvSpPr>
        <p:spPr>
          <a:xfrm>
            <a:off x="1852189" y="1242490"/>
            <a:ext cx="380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회전형 </a:t>
            </a:r>
            <a:r>
              <a:rPr lang="ko-KR" altLang="en-US" dirty="0" err="1">
                <a:latin typeface="+mj-ea"/>
                <a:ea typeface="+mj-ea"/>
              </a:rPr>
              <a:t>자기각</a:t>
            </a:r>
            <a:r>
              <a:rPr lang="ko-KR" altLang="en-US" dirty="0">
                <a:latin typeface="+mj-ea"/>
                <a:ea typeface="+mj-ea"/>
              </a:rPr>
              <a:t> 센서</a:t>
            </a:r>
            <a:r>
              <a:rPr lang="en-US" altLang="ko-KR" dirty="0">
                <a:latin typeface="+mj-ea"/>
                <a:ea typeface="+mj-ea"/>
              </a:rPr>
              <a:t>(AS5600)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149180-E6ED-1A52-4608-188C4C610BD6}"/>
              </a:ext>
            </a:extLst>
          </p:cNvPr>
          <p:cNvSpPr txBox="1"/>
          <p:nvPr/>
        </p:nvSpPr>
        <p:spPr>
          <a:xfrm>
            <a:off x="1943100" y="1746727"/>
            <a:ext cx="4975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자석이 센서 앞에서 돌아가는 각도를 읽음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비접촉식</a:t>
            </a:r>
            <a:r>
              <a:rPr lang="en-US" altLang="ko-KR" dirty="0"/>
              <a:t> -&gt; </a:t>
            </a:r>
            <a:r>
              <a:rPr lang="ko-KR" altLang="en-US" dirty="0"/>
              <a:t>마모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자속</a:t>
            </a:r>
            <a:r>
              <a:rPr lang="ko-KR" altLang="en-US" dirty="0"/>
              <a:t> 방향을 읽기 때문에 외부 </a:t>
            </a:r>
            <a:r>
              <a:rPr lang="ko-KR" altLang="en-US" dirty="0" err="1"/>
              <a:t>자속</a:t>
            </a:r>
            <a:r>
              <a:rPr lang="ko-KR" altLang="en-US" dirty="0"/>
              <a:t> 간섭에 훨씬 유리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선형</a:t>
            </a:r>
            <a:r>
              <a:rPr lang="en-US" altLang="ko-KR" dirty="0"/>
              <a:t>-&gt; </a:t>
            </a:r>
            <a:r>
              <a:rPr lang="ko-KR" altLang="en-US" dirty="0"/>
              <a:t>회전 변환 구조가 필요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액츄에이터와</a:t>
            </a:r>
            <a:r>
              <a:rPr lang="ko-KR" altLang="en-US" dirty="0"/>
              <a:t> 센서에 짧은 레버 연결 </a:t>
            </a:r>
            <a:r>
              <a:rPr lang="en-US" altLang="ko-KR" dirty="0">
                <a:hlinkClick r:id="rId3"/>
              </a:rPr>
              <a:t>https://youtube.com/shorts/Ww0m7PPZYXU?si=JLivj4Ne7rBDM-tE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3BDB86-8C2A-990F-0E56-642C0EF85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565" y="3743769"/>
            <a:ext cx="3383243" cy="273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D67D-6C93-E893-E567-95B73CDA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976AA1-ED43-8D09-6747-25A98924B9C1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47ECDAB-BF91-E2DE-6AFC-BC710E6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5BE998-0D65-BCEC-2A6C-6FD9E03B3346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3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597121-F5B8-5AB6-EFCB-4C4B1905909E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C3A72-BEDC-DA51-2CF9-79C5BDA00B8B}"/>
              </a:ext>
            </a:extLst>
          </p:cNvPr>
          <p:cNvSpPr txBox="1"/>
          <p:nvPr/>
        </p:nvSpPr>
        <p:spPr>
          <a:xfrm>
            <a:off x="1852190" y="1242490"/>
            <a:ext cx="324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와이어식 선형 변위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센서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98145B-0C30-8F5D-8F05-F67A4441F4A4}"/>
              </a:ext>
            </a:extLst>
          </p:cNvPr>
          <p:cNvSpPr txBox="1"/>
          <p:nvPr/>
        </p:nvSpPr>
        <p:spPr>
          <a:xfrm>
            <a:off x="1943100" y="1746727"/>
            <a:ext cx="4975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로드가 </a:t>
            </a:r>
            <a:r>
              <a:rPr lang="ko-KR" altLang="en-US" dirty="0" err="1"/>
              <a:t>움직일때</a:t>
            </a:r>
            <a:r>
              <a:rPr lang="ko-KR" altLang="en-US" dirty="0"/>
              <a:t> 와이어 길이가 변하고</a:t>
            </a:r>
            <a:r>
              <a:rPr lang="en-US" altLang="ko-KR" dirty="0"/>
              <a:t>, </a:t>
            </a:r>
            <a:r>
              <a:rPr lang="ko-KR" altLang="en-US" dirty="0"/>
              <a:t>이 변한 길이를 </a:t>
            </a:r>
            <a:r>
              <a:rPr lang="ko-KR" altLang="en-US" dirty="0" err="1"/>
              <a:t>엔코더가</a:t>
            </a:r>
            <a:r>
              <a:rPr lang="ko-KR" altLang="en-US" dirty="0"/>
              <a:t> 측정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비접촉식</a:t>
            </a:r>
            <a:r>
              <a:rPr lang="en-US" altLang="ko-KR" dirty="0"/>
              <a:t> -&gt; </a:t>
            </a:r>
            <a:r>
              <a:rPr lang="ko-KR" altLang="en-US" dirty="0"/>
              <a:t>마모 없음</a:t>
            </a:r>
            <a:endParaRPr lang="en-US" altLang="ko-KR" dirty="0"/>
          </a:p>
        </p:txBody>
      </p:sp>
      <p:pic>
        <p:nvPicPr>
          <p:cNvPr id="3074" name="Picture 2" descr="와이어 변위 센서 - KSENSORS : 케이센서스">
            <a:extLst>
              <a:ext uri="{FF2B5EF4-FFF2-40B4-BE49-F238E27FC236}">
                <a16:creationId xmlns:a16="http://schemas.microsoft.com/office/drawing/2014/main" id="{0E37C8C4-DA0C-2921-8261-1BC79C8A0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509" y="142715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86B6E6A6-7805-5E90-FAD9-F8CD251EC481}"/>
              </a:ext>
            </a:extLst>
          </p:cNvPr>
          <p:cNvGrpSpPr/>
          <p:nvPr/>
        </p:nvGrpSpPr>
        <p:grpSpPr>
          <a:xfrm>
            <a:off x="9854823" y="1828720"/>
            <a:ext cx="1302120" cy="872640"/>
            <a:chOff x="9854823" y="1828720"/>
            <a:chExt cx="1302120" cy="87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48BE6CD-642A-4CE2-8AB9-4A99D296E466}"/>
                    </a:ext>
                  </a:extLst>
                </p14:cNvPr>
                <p14:cNvContentPartPr/>
                <p14:nvPr/>
              </p14:nvContentPartPr>
              <p14:xfrm>
                <a:off x="9854823" y="2105920"/>
                <a:ext cx="518760" cy="595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48BE6CD-642A-4CE2-8AB9-4A99D296E4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48703" y="2099800"/>
                  <a:ext cx="5310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050107B-49EE-51FD-233E-994A71C33BCC}"/>
                    </a:ext>
                  </a:extLst>
                </p14:cNvPr>
                <p14:cNvContentPartPr/>
                <p14:nvPr/>
              </p14:nvContentPartPr>
              <p14:xfrm>
                <a:off x="10146063" y="1988200"/>
                <a:ext cx="382680" cy="2952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050107B-49EE-51FD-233E-994A71C33B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39943" y="1982080"/>
                  <a:ext cx="3949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5FE8DF3-B51E-C82C-E0E5-CC56F1BF4E98}"/>
                    </a:ext>
                  </a:extLst>
                </p14:cNvPr>
                <p14:cNvContentPartPr/>
                <p14:nvPr/>
              </p14:nvContentPartPr>
              <p14:xfrm>
                <a:off x="10596783" y="1873360"/>
                <a:ext cx="86040" cy="889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5FE8DF3-B51E-C82C-E0E5-CC56F1BF4E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0663" y="1867240"/>
                  <a:ext cx="98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4FC423F-94D6-FF34-3D21-8816D479F156}"/>
                    </a:ext>
                  </a:extLst>
                </p14:cNvPr>
                <p14:cNvContentPartPr/>
                <p14:nvPr/>
              </p14:nvContentPartPr>
              <p14:xfrm>
                <a:off x="10598223" y="1952920"/>
                <a:ext cx="129960" cy="637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4FC423F-94D6-FF34-3D21-8816D479F1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92103" y="1946800"/>
                  <a:ext cx="142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736311E-BE4A-CC2F-7A8A-C468BEB7DB19}"/>
                    </a:ext>
                  </a:extLst>
                </p14:cNvPr>
                <p14:cNvContentPartPr/>
                <p14:nvPr/>
              </p14:nvContentPartPr>
              <p14:xfrm>
                <a:off x="10740063" y="1887400"/>
                <a:ext cx="64440" cy="1404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736311E-BE4A-CC2F-7A8A-C468BEB7DB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33943" y="1881280"/>
                  <a:ext cx="76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A9FFD85-5941-C3E8-3C1E-2E1E6619AB09}"/>
                    </a:ext>
                  </a:extLst>
                </p14:cNvPr>
                <p14:cNvContentPartPr/>
                <p14:nvPr/>
              </p14:nvContentPartPr>
              <p14:xfrm>
                <a:off x="10852383" y="1910800"/>
                <a:ext cx="69840" cy="676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A9FFD85-5941-C3E8-3C1E-2E1E6619AB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46263" y="1904680"/>
                  <a:ext cx="82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CFE540A-5FBD-741F-5427-466E926DDD88}"/>
                    </a:ext>
                  </a:extLst>
                </p14:cNvPr>
                <p14:cNvContentPartPr/>
                <p14:nvPr/>
              </p14:nvContentPartPr>
              <p14:xfrm>
                <a:off x="10965063" y="1828720"/>
                <a:ext cx="12600" cy="1980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CFE540A-5FBD-741F-5427-466E926DDD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958943" y="1822600"/>
                  <a:ext cx="24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E596E52-80B7-EECD-C76A-6DF8DB799C3A}"/>
                    </a:ext>
                  </a:extLst>
                </p14:cNvPr>
                <p14:cNvContentPartPr/>
                <p14:nvPr/>
              </p14:nvContentPartPr>
              <p14:xfrm>
                <a:off x="11024823" y="1856800"/>
                <a:ext cx="132120" cy="1908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E596E52-80B7-EECD-C76A-6DF8DB799C3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018703" y="1850680"/>
                  <a:ext cx="144360" cy="2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357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AD59-0137-9E24-DDA9-D2388209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LECLOUD 일렉클라우드 - SV3011 슬라이드 볼륨 30mm 가변저항 Slide Potentiometer">
            <a:extLst>
              <a:ext uri="{FF2B5EF4-FFF2-40B4-BE49-F238E27FC236}">
                <a16:creationId xmlns:a16="http://schemas.microsoft.com/office/drawing/2014/main" id="{0CB684EA-BFF1-04F2-4402-108136C12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786" y="1404221"/>
            <a:ext cx="6092911" cy="404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5075E97-ABC8-0CDF-E0EE-5991F779B03D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ED527DE-FECF-32B5-AB26-3B16F13A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E462EA-2431-FC72-D117-1D0498A4C0B8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4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BAA639-8401-F18A-FDB2-57810757C2F4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C2CC1-D351-4A03-706C-B96BD1577C0A}"/>
              </a:ext>
            </a:extLst>
          </p:cNvPr>
          <p:cNvSpPr txBox="1"/>
          <p:nvPr/>
        </p:nvSpPr>
        <p:spPr>
          <a:xfrm>
            <a:off x="1852190" y="1242490"/>
            <a:ext cx="324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슬라이딩 </a:t>
            </a:r>
            <a:r>
              <a:rPr lang="ko-KR" altLang="en-US" dirty="0" err="1">
                <a:latin typeface="+mj-ea"/>
                <a:ea typeface="+mj-ea"/>
              </a:rPr>
              <a:t>포텐셔미터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C619BD-F048-B1AD-BADE-F3FEDBE52D37}"/>
              </a:ext>
            </a:extLst>
          </p:cNvPr>
          <p:cNvSpPr txBox="1"/>
          <p:nvPr/>
        </p:nvSpPr>
        <p:spPr>
          <a:xfrm>
            <a:off x="1943100" y="1746727"/>
            <a:ext cx="4975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슬라이더를 </a:t>
            </a:r>
            <a:r>
              <a:rPr lang="en-US" altLang="ko-KR" dirty="0"/>
              <a:t>Actuator</a:t>
            </a:r>
            <a:r>
              <a:rPr lang="ko-KR" altLang="en-US" dirty="0"/>
              <a:t>에 직접 물리적으로 연결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마모 발생 </a:t>
            </a:r>
            <a:r>
              <a:rPr lang="en-US" altLang="ko-KR" dirty="0"/>
              <a:t>-&gt; </a:t>
            </a:r>
            <a:r>
              <a:rPr lang="ko-KR" altLang="en-US" dirty="0"/>
              <a:t>긴 수명 기대하기 어려움 </a:t>
            </a:r>
            <a:r>
              <a:rPr lang="en-US" altLang="ko-KR" dirty="0"/>
              <a:t>(2cm</a:t>
            </a:r>
            <a:r>
              <a:rPr lang="ko-KR" altLang="en-US" dirty="0"/>
              <a:t> 스트로크라 수명 문제 거의 없음</a:t>
            </a:r>
            <a:r>
              <a:rPr lang="en-US" altLang="ko-KR" dirty="0"/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D60FEC-D9CF-BEFA-AF3A-5E722967161F}"/>
              </a:ext>
            </a:extLst>
          </p:cNvPr>
          <p:cNvGrpSpPr/>
          <p:nvPr/>
        </p:nvGrpSpPr>
        <p:grpSpPr>
          <a:xfrm>
            <a:off x="7605379" y="2342199"/>
            <a:ext cx="2203200" cy="398160"/>
            <a:chOff x="7605379" y="2342199"/>
            <a:chExt cx="220320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4195CA7-E8CE-8C2A-2764-DFA2B44E9B7E}"/>
                    </a:ext>
                  </a:extLst>
                </p14:cNvPr>
                <p14:cNvContentPartPr/>
                <p14:nvPr/>
              </p14:nvContentPartPr>
              <p14:xfrm>
                <a:off x="7605379" y="2342199"/>
                <a:ext cx="276480" cy="3981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4195CA7-E8CE-8C2A-2764-DFA2B44E9B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99259" y="2336079"/>
                  <a:ext cx="2887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2F74C2A-9D3F-3C2A-974C-A02E326A8351}"/>
                    </a:ext>
                  </a:extLst>
                </p14:cNvPr>
                <p14:cNvContentPartPr/>
                <p14:nvPr/>
              </p14:nvContentPartPr>
              <p14:xfrm>
                <a:off x="7672699" y="2379999"/>
                <a:ext cx="2135880" cy="2304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2F74C2A-9D3F-3C2A-974C-A02E326A83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66579" y="2373879"/>
                  <a:ext cx="2148120" cy="24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21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6023-1330-C3B9-C7A6-11AAC5AE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36F0FF-B9DE-C3D3-C3BD-2F4D56320634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7523E0E-4C3B-CB93-2CC3-BCEE1F9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03413-E514-B721-1F83-5BCE8750BBC3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cs typeface="KoPubWorld돋움체_Pro Medium"/>
              </a:rPr>
              <a:t>코드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C52C15-4140-E55D-2E30-96A412207836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E8B15-EAA0-0168-5FD5-FCBA06E9F2F3}"/>
              </a:ext>
            </a:extLst>
          </p:cNvPr>
          <p:cNvSpPr txBox="1"/>
          <p:nvPr/>
        </p:nvSpPr>
        <p:spPr>
          <a:xfrm>
            <a:off x="1852190" y="1242490"/>
            <a:ext cx="254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Motor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동작 예제 코드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B51DA-6E4F-F4D8-D579-3D4EF8CDDD33}"/>
              </a:ext>
            </a:extLst>
          </p:cNvPr>
          <p:cNvSpPr txBox="1"/>
          <p:nvPr/>
        </p:nvSpPr>
        <p:spPr>
          <a:xfrm>
            <a:off x="6304447" y="124249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센서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예제 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EA83C2-5DB9-D55A-445D-2502CB5A6B7F}"/>
              </a:ext>
            </a:extLst>
          </p:cNvPr>
          <p:cNvSpPr/>
          <p:nvPr/>
        </p:nvSpPr>
        <p:spPr>
          <a:xfrm>
            <a:off x="1653985" y="1611823"/>
            <a:ext cx="4123737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br>
              <a:rPr lang="en-US" altLang="ko-KR" sz="600" dirty="0">
                <a:solidFill>
                  <a:srgbClr val="000000"/>
                </a:solidFill>
                <a:latin typeface="KoPubWorld돋움체_Pro Medium"/>
              </a:rPr>
            </a:br>
            <a:r>
              <a:rPr lang="en-US" altLang="ko-KR" sz="600" dirty="0">
                <a:solidFill>
                  <a:srgbClr val="000000"/>
                </a:solidFill>
                <a:latin typeface="KoPubWorld돋움체_Pro Medium"/>
              </a:rPr>
              <a:t>	</a:t>
            </a:r>
            <a:br>
              <a:rPr lang="en-US" altLang="ko-KR" sz="700" dirty="0">
                <a:solidFill>
                  <a:srgbClr val="000000"/>
                </a:solidFill>
                <a:latin typeface="KoPubWorld돋움체_Pro Medium"/>
              </a:rPr>
            </a:br>
            <a:r>
              <a:rPr lang="en-US" altLang="ko-KR" sz="700" dirty="0">
                <a:solidFill>
                  <a:srgbClr val="000000"/>
                </a:solidFill>
                <a:latin typeface="KoPubWorld돋움체_Pro Medium"/>
              </a:rPr>
              <a:t>                      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int SENSOR_PIN = 0; // center pin of the potentiometer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5; // Arduino PWM output pin 5; connect to IBT-2 pin 1 (RPWM)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6; // Arduino PWM output pin 6; connect to IBT-2 pin 2 (LPWM)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void setup()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pinMode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OUTPUT);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pinMode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OUTPUT);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}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void loop()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analogRead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(SENSOR_PIN);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sensor value is in the range 0 to 1023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the lower half of it we use for reverse rotation; the upper half for forward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rotation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if 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&lt; 512)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reverse rotation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reversePWM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-(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- 511) / 2;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0);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reversePWM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}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else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forward rotation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forwardPWM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- 512) / 2;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forwardPWM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0);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}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}</a:t>
            </a:r>
            <a:endParaRPr lang="en-US" altLang="ko-KR" sz="800" dirty="0">
              <a:latin typeface="KoPubWorld돋움체_Pro Medium"/>
            </a:endParaRPr>
          </a:p>
          <a:p>
            <a:br>
              <a:rPr lang="en-US" altLang="ko-KR" sz="1400" dirty="0"/>
            </a:br>
            <a:endParaRPr lang="en-US" altLang="ko-KR" sz="1300" b="1" dirty="0">
              <a:latin typeface="KoPubWorld돋움체_Pro Medium"/>
              <a:ea typeface="KoPubWorld돋움체_Pro Medium"/>
              <a:cs typeface="KoPubWorld돋움체_Pro Medium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96ED07-BF1B-6A4D-3083-0EF4824FCCA3}"/>
              </a:ext>
            </a:extLst>
          </p:cNvPr>
          <p:cNvSpPr/>
          <p:nvPr/>
        </p:nvSpPr>
        <p:spPr>
          <a:xfrm>
            <a:off x="1852191" y="5540112"/>
            <a:ext cx="4173053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PWM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신호의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Duty Cycle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조절하여 모터 속도 제어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1439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523</Words>
  <Application>Microsoft Office PowerPoint</Application>
  <PresentationFormat>와이드스크린</PresentationFormat>
  <Paragraphs>93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KoPubWorld돋움체_Pro Medium</vt:lpstr>
      <vt:lpstr>맑은 고딕</vt:lpstr>
      <vt:lpstr>프리젠테이션 4 Regular</vt:lpstr>
      <vt:lpstr>프리젠테이션 5 Medium</vt:lpstr>
      <vt:lpstr>프리젠테이션 6 SemiBold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정제윤</dc:creator>
  <cp:lastModifiedBy>정제윤</cp:lastModifiedBy>
  <cp:revision>2</cp:revision>
  <dcterms:created xsi:type="dcterms:W3CDTF">2025-11-29T02:13:47Z</dcterms:created>
  <dcterms:modified xsi:type="dcterms:W3CDTF">2025-12-30T07:36:22Z</dcterms:modified>
</cp:coreProperties>
</file>